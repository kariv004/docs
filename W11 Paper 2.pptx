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8" r:id="rId4"/>
    <p:sldMasterId id="214748373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aleway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Public Sans Medium"/>
      <p:regular r:id="rId37"/>
      <p:bold r:id="rId38"/>
      <p:italic r:id="rId39"/>
      <p:boldItalic r:id="rId40"/>
    </p:embeddedFont>
    <p:embeddedFont>
      <p:font typeface="Public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ublicSansMedium-boldItalic.fntdata"/><Relationship Id="rId20" Type="http://schemas.openxmlformats.org/officeDocument/2006/relationships/slide" Target="slides/slide14.xml"/><Relationship Id="rId42" Type="http://schemas.openxmlformats.org/officeDocument/2006/relationships/font" Target="fonts/PublicSans-bold.fntdata"/><Relationship Id="rId41" Type="http://schemas.openxmlformats.org/officeDocument/2006/relationships/font" Target="fonts/PublicSans-regular.fntdata"/><Relationship Id="rId22" Type="http://schemas.openxmlformats.org/officeDocument/2006/relationships/slide" Target="slides/slide16.xml"/><Relationship Id="rId44" Type="http://schemas.openxmlformats.org/officeDocument/2006/relationships/font" Target="fonts/Public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Public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italic.fntdata"/><Relationship Id="rId30" Type="http://schemas.openxmlformats.org/officeDocument/2006/relationships/font" Target="fonts/Raleway-bold.fntdata"/><Relationship Id="rId11" Type="http://schemas.openxmlformats.org/officeDocument/2006/relationships/slide" Target="slides/slide5.xml"/><Relationship Id="rId33" Type="http://schemas.openxmlformats.org/officeDocument/2006/relationships/font" Target="fonts/Inter-regular.fntdata"/><Relationship Id="rId10" Type="http://schemas.openxmlformats.org/officeDocument/2006/relationships/slide" Target="slides/slide4.xml"/><Relationship Id="rId32" Type="http://schemas.openxmlformats.org/officeDocument/2006/relationships/font" Target="fonts/Raleway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-italic.fntdata"/><Relationship Id="rId12" Type="http://schemas.openxmlformats.org/officeDocument/2006/relationships/slide" Target="slides/slide6.xml"/><Relationship Id="rId34" Type="http://schemas.openxmlformats.org/officeDocument/2006/relationships/font" Target="fonts/Inter-bold.fntdata"/><Relationship Id="rId15" Type="http://schemas.openxmlformats.org/officeDocument/2006/relationships/slide" Target="slides/slide9.xml"/><Relationship Id="rId37" Type="http://schemas.openxmlformats.org/officeDocument/2006/relationships/font" Target="fonts/PublicSansMedium-regular.fntdata"/><Relationship Id="rId14" Type="http://schemas.openxmlformats.org/officeDocument/2006/relationships/slide" Target="slides/slide8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1.xml"/><Relationship Id="rId39" Type="http://schemas.openxmlformats.org/officeDocument/2006/relationships/font" Target="fonts/PublicSansMedium-italic.fntdata"/><Relationship Id="rId16" Type="http://schemas.openxmlformats.org/officeDocument/2006/relationships/slide" Target="slides/slide10.xml"/><Relationship Id="rId38" Type="http://schemas.openxmlformats.org/officeDocument/2006/relationships/font" Target="fonts/PublicSansMediu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dcb4572a1c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dcb4572a1c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dcb4572a1c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3dcb4572a1c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dcb4572a1c_0_8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dcb4572a1c_0_8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3dcb4572a1c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1" name="Google Shape;791;g3dcb4572a1c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dcb4572a1c_0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3dcb4572a1c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dcb4572a1c_0_8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dcb4572a1c_0_8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dcb4572a1c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dcb4572a1c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dcb4572a1c_0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dcb4572a1c_0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dcb4572a1c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3dcb4572a1c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dcb4572a1c_0_10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3dcb4572a1c_0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dcb4572a1c_0_1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dcb4572a1c_0_1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dcb4572a1c_0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dcb4572a1c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dcb4572a1c_0_1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3dcb4572a1c_0_1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dcb4572a1c_0_1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dcb4572a1c_0_1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dcb4572a1c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3dcb4572a1c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dcb4572a1c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3dcb4572a1c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dcb4572a1c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3dcb4572a1c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dcb4572a1c_0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dcb4572a1c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dcb4572a1c_0_1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dcb4572a1c_0_1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cb4572a1c_0_1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dcb4572a1c_0_1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dcb4572a1c_0_1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g3dcb4572a1c_0_1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dcb4572a1c_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dcb4572a1c_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3" name="Google Shape;363;p4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4" name="Google Shape;36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7" name="Google Shape;36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5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5" name="Google Shape;375;p5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6" name="Google Shape;376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2" name="Google Shape;382;p5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3" name="Google Shape;38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6" name="Google Shape;386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0" name="Google Shape;390;p5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1" name="Google Shape;391;p5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2" name="Google Shape;39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395" name="Google Shape;395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8" name="Google Shape;398;p5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9" name="Google Shape;399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4" name="Google Shape;404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6" name="Google Shape;406;p5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7" name="Google Shape;407;p5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5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9" name="Google Shape;409;p5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5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6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4" name="Google Shape;414;p6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6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9" name="Google Shape;419;p6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0" name="Google Shape;420;p6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6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2" name="Google Shape;422;p6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6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6" name="Google Shape;426;p6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7" name="Google Shape;427;p62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8" name="Google Shape;428;p6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9" name="Google Shape;429;p62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62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62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4" name="Google Shape;434;p6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5" name="Google Shape;435;p6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6" name="Google Shape;436;p6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7" name="Google Shape;437;p6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8" name="Google Shape;438;p6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9" name="Google Shape;439;p6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6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6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6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6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9" name="Google Shape;449;p6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6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6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2" name="Google Shape;452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3" name="Google Shape;453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4" name="Google Shape;454;p6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5" name="Google Shape;455;p6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8" name="Google Shape;458;p6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6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6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1" name="Google Shape;461;p6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6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3" name="Google Shape;46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6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6" name="Google Shape;466;p6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7" name="Google Shape;467;p6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6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6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6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6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6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6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6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6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1" name="Google Shape;481;p6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6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9"/>
          <p:cNvSpPr/>
          <p:nvPr/>
        </p:nvSpPr>
        <p:spPr>
          <a:xfrm>
            <a:off x="228600" y="223500"/>
            <a:ext cx="8686800" cy="46965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85" name="Google Shape;485;p69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69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87" name="Google Shape;487;p69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488" name="Google Shape;488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&amp; Content">
  <p:cSld name="CUSTOM_13">
    <p:bg>
      <p:bgPr>
        <a:solidFill>
          <a:schemeClr val="dk1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0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91" name="Google Shape;491;p70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2" name="Google Shape;492;p70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3" name="Google Shape;493;p70"/>
          <p:cNvSpPr txBox="1"/>
          <p:nvPr>
            <p:ph idx="2" type="body"/>
          </p:nvPr>
        </p:nvSpPr>
        <p:spPr>
          <a:xfrm>
            <a:off x="571350" y="620025"/>
            <a:ext cx="60606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94" name="Google Shape;494;p7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tx">
  <p:cSld name="TITLE_AND_BODY">
    <p:bg>
      <p:bgPr>
        <a:solidFill>
          <a:schemeClr val="dk1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1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97" name="Google Shape;497;p7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8" name="Google Shape;498;p71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9" name="Google Shape;499;p71"/>
          <p:cNvSpPr txBox="1"/>
          <p:nvPr>
            <p:ph idx="2" type="body"/>
          </p:nvPr>
        </p:nvSpPr>
        <p:spPr>
          <a:xfrm>
            <a:off x="396725" y="620025"/>
            <a:ext cx="55821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500" name="Google Shape;500;p7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nded Audience" type="twoColTx">
  <p:cSld name="TITLE_AND_TWO_COLUMNS">
    <p:bg>
      <p:bgPr>
        <a:solidFill>
          <a:schemeClr val="dk1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2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3" name="Google Shape;503;p72"/>
          <p:cNvSpPr txBox="1"/>
          <p:nvPr>
            <p:ph type="title"/>
          </p:nvPr>
        </p:nvSpPr>
        <p:spPr>
          <a:xfrm>
            <a:off x="396875" y="3950225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04" name="Google Shape;504;p72"/>
          <p:cNvSpPr txBox="1"/>
          <p:nvPr>
            <p:ph idx="1" type="body"/>
          </p:nvPr>
        </p:nvSpPr>
        <p:spPr>
          <a:xfrm>
            <a:off x="228600" y="4707300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5" name="Google Shape;505;p72"/>
          <p:cNvSpPr/>
          <p:nvPr>
            <p:ph idx="2" type="pic"/>
          </p:nvPr>
        </p:nvSpPr>
        <p:spPr>
          <a:xfrm>
            <a:off x="396875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6" name="Google Shape;506;p72"/>
          <p:cNvSpPr/>
          <p:nvPr>
            <p:ph idx="3" type="pic"/>
          </p:nvPr>
        </p:nvSpPr>
        <p:spPr>
          <a:xfrm>
            <a:off x="3243990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7" name="Google Shape;507;p72"/>
          <p:cNvSpPr/>
          <p:nvPr>
            <p:ph idx="4" type="pic"/>
          </p:nvPr>
        </p:nvSpPr>
        <p:spPr>
          <a:xfrm>
            <a:off x="6091104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8" name="Google Shape;508;p72"/>
          <p:cNvSpPr txBox="1"/>
          <p:nvPr>
            <p:ph idx="5" type="title"/>
          </p:nvPr>
        </p:nvSpPr>
        <p:spPr>
          <a:xfrm>
            <a:off x="770225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72"/>
          <p:cNvSpPr txBox="1"/>
          <p:nvPr>
            <p:ph idx="6" type="title"/>
          </p:nvPr>
        </p:nvSpPr>
        <p:spPr>
          <a:xfrm>
            <a:off x="3602700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72"/>
          <p:cNvSpPr txBox="1"/>
          <p:nvPr>
            <p:ph idx="7" type="title"/>
          </p:nvPr>
        </p:nvSpPr>
        <p:spPr>
          <a:xfrm>
            <a:off x="6464454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7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1" type="titleOnly">
  <p:cSld name="TITLE_ONLY">
    <p:bg>
      <p:bgPr>
        <a:solidFill>
          <a:schemeClr val="dk1"/>
        </a:soli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3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4" name="Google Shape;514;p73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5" name="Google Shape;515;p73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6" name="Google Shape;516;p73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73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518" name="Google Shape;518;p73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9" name="Google Shape;519;p7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2">
  <p:cSld name="CUSTOM_11">
    <p:bg>
      <p:bgPr>
        <a:solidFill>
          <a:schemeClr val="dk1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74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2" name="Google Shape;522;p74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3" name="Google Shape;523;p74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4" name="Google Shape;524;p74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5" name="Google Shape;525;p74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526" name="Google Shape;526;p74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7" name="Google Shape;527;p7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3">
  <p:cSld name="CUSTOM_12">
    <p:bg>
      <p:bgPr>
        <a:solidFill>
          <a:schemeClr val="dk1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75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0" name="Google Shape;530;p75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1" name="Google Shape;531;p75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2" name="Google Shape;532;p75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p75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534" name="Google Shape;534;p75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5" name="Google Shape;535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6" name="Google Shape;536;p7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Overview">
  <p:cSld name="ONE_COLUMN_TEXT">
    <p:bg>
      <p:bgPr>
        <a:solidFill>
          <a:schemeClr val="dk1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6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9" name="Google Shape;539;p76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540" name="Google Shape;540;p76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1" name="Google Shape;541;p76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2" name="Google Shape;542;p76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76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4" name="Google Shape;544;p76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5" name="Google Shape;545;p76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6" name="Google Shape;546;p76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7" name="Google Shape;547;p76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48" name="Google Shape;548;p76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76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0" name="Google Shape;550;p7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&amp; Outcomes">
  <p:cSld name="MAIN_POINT">
    <p:bg>
      <p:bgPr>
        <a:solidFill>
          <a:schemeClr val="dk1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7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53" name="Google Shape;553;p7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4" name="Google Shape;554;p77"/>
          <p:cNvSpPr txBox="1"/>
          <p:nvPr>
            <p:ph idx="2" type="subTitle"/>
          </p:nvPr>
        </p:nvSpPr>
        <p:spPr>
          <a:xfrm>
            <a:off x="5380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77"/>
          <p:cNvSpPr txBox="1"/>
          <p:nvPr>
            <p:ph idx="3" type="body"/>
          </p:nvPr>
        </p:nvSpPr>
        <p:spPr>
          <a:xfrm>
            <a:off x="5380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6" name="Google Shape;556;p77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7" name="Google Shape;557;p77"/>
          <p:cNvSpPr txBox="1"/>
          <p:nvPr>
            <p:ph idx="4" type="subTitle"/>
          </p:nvPr>
        </p:nvSpPr>
        <p:spPr>
          <a:xfrm>
            <a:off x="5380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8" name="Google Shape;558;p77"/>
          <p:cNvSpPr txBox="1"/>
          <p:nvPr>
            <p:ph idx="5" type="body"/>
          </p:nvPr>
        </p:nvSpPr>
        <p:spPr>
          <a:xfrm>
            <a:off x="538050" y="1521355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59" name="Google Shape;559;p77"/>
          <p:cNvSpPr txBox="1"/>
          <p:nvPr>
            <p:ph idx="6" type="subTitle"/>
          </p:nvPr>
        </p:nvSpPr>
        <p:spPr>
          <a:xfrm>
            <a:off x="538050" y="2130802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0" name="Google Shape;560;p77"/>
          <p:cNvSpPr txBox="1"/>
          <p:nvPr>
            <p:ph idx="7" type="body"/>
          </p:nvPr>
        </p:nvSpPr>
        <p:spPr>
          <a:xfrm>
            <a:off x="538050" y="242767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1" name="Google Shape;561;p77"/>
          <p:cNvSpPr txBox="1"/>
          <p:nvPr>
            <p:ph idx="8" type="subTitle"/>
          </p:nvPr>
        </p:nvSpPr>
        <p:spPr>
          <a:xfrm>
            <a:off x="538050" y="3037130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77"/>
          <p:cNvSpPr txBox="1"/>
          <p:nvPr>
            <p:ph idx="9" type="body"/>
          </p:nvPr>
        </p:nvSpPr>
        <p:spPr>
          <a:xfrm>
            <a:off x="538050" y="333400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3" name="Google Shape;563;p77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64" name="Google Shape;564;p77"/>
          <p:cNvSpPr txBox="1"/>
          <p:nvPr>
            <p:ph idx="13" type="body"/>
          </p:nvPr>
        </p:nvSpPr>
        <p:spPr>
          <a:xfrm>
            <a:off x="49829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5" name="Google Shape;565;p77"/>
          <p:cNvSpPr txBox="1"/>
          <p:nvPr>
            <p:ph idx="14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6" name="Google Shape;566;p77"/>
          <p:cNvSpPr txBox="1"/>
          <p:nvPr>
            <p:ph idx="15" type="subTitle"/>
          </p:nvPr>
        </p:nvSpPr>
        <p:spPr>
          <a:xfrm>
            <a:off x="49829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77"/>
          <p:cNvSpPr txBox="1"/>
          <p:nvPr>
            <p:ph idx="16" type="body"/>
          </p:nvPr>
        </p:nvSpPr>
        <p:spPr>
          <a:xfrm>
            <a:off x="4982950" y="1521354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68" name="Google Shape;568;p77"/>
          <p:cNvSpPr txBox="1"/>
          <p:nvPr>
            <p:ph idx="17" type="subTitle"/>
          </p:nvPr>
        </p:nvSpPr>
        <p:spPr>
          <a:xfrm>
            <a:off x="4982950" y="2130801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9" name="Google Shape;569;p77"/>
          <p:cNvSpPr txBox="1"/>
          <p:nvPr>
            <p:ph idx="18" type="body"/>
          </p:nvPr>
        </p:nvSpPr>
        <p:spPr>
          <a:xfrm>
            <a:off x="4982950" y="242767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0" name="Google Shape;570;p7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71" name="Google Shape;571;p77"/>
          <p:cNvSpPr txBox="1"/>
          <p:nvPr>
            <p:ph idx="19" type="subTitle"/>
          </p:nvPr>
        </p:nvSpPr>
        <p:spPr>
          <a:xfrm>
            <a:off x="4982950" y="3037129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77"/>
          <p:cNvSpPr txBox="1"/>
          <p:nvPr>
            <p:ph idx="20" type="body"/>
          </p:nvPr>
        </p:nvSpPr>
        <p:spPr>
          <a:xfrm>
            <a:off x="4982950" y="3333998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73" name="Google Shape;573;p77"/>
          <p:cNvSpPr txBox="1"/>
          <p:nvPr>
            <p:ph idx="21" type="subTitle"/>
          </p:nvPr>
        </p:nvSpPr>
        <p:spPr>
          <a:xfrm>
            <a:off x="49829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We Work">
  <p:cSld name="SECTION_TITLE_AND_DESCRIPTION">
    <p:bg>
      <p:bgPr>
        <a:solidFill>
          <a:schemeClr val="dk1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8"/>
          <p:cNvSpPr/>
          <p:nvPr/>
        </p:nvSpPr>
        <p:spPr>
          <a:xfrm>
            <a:off x="226275" y="223500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76" name="Google Shape;576;p78"/>
          <p:cNvSpPr/>
          <p:nvPr/>
        </p:nvSpPr>
        <p:spPr>
          <a:xfrm>
            <a:off x="3165850" y="223500"/>
            <a:ext cx="2813700" cy="3706800"/>
          </a:xfrm>
          <a:prstGeom prst="roundRect">
            <a:avLst>
              <a:gd fmla="val 141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77" name="Google Shape;577;p78"/>
          <p:cNvSpPr/>
          <p:nvPr>
            <p:ph idx="2" type="pic"/>
          </p:nvPr>
        </p:nvSpPr>
        <p:spPr>
          <a:xfrm>
            <a:off x="228675" y="153505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78" name="Google Shape;578;p78"/>
          <p:cNvSpPr/>
          <p:nvPr/>
        </p:nvSpPr>
        <p:spPr>
          <a:xfrm>
            <a:off x="6103025" y="2763825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79" name="Google Shape;579;p78"/>
          <p:cNvSpPr/>
          <p:nvPr>
            <p:ph idx="3" type="pic"/>
          </p:nvPr>
        </p:nvSpPr>
        <p:spPr>
          <a:xfrm>
            <a:off x="6105350" y="22350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80" name="Google Shape;580;p78"/>
          <p:cNvSpPr txBox="1"/>
          <p:nvPr>
            <p:ph idx="1" type="subTitle"/>
          </p:nvPr>
        </p:nvSpPr>
        <p:spPr>
          <a:xfrm>
            <a:off x="210100" y="4062125"/>
            <a:ext cx="4860600" cy="64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1" name="Google Shape;581;p78"/>
          <p:cNvSpPr txBox="1"/>
          <p:nvPr>
            <p:ph idx="4" type="subTitle"/>
          </p:nvPr>
        </p:nvSpPr>
        <p:spPr>
          <a:xfrm>
            <a:off x="415725" y="291000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2" name="Google Shape;582;p78"/>
          <p:cNvSpPr txBox="1"/>
          <p:nvPr>
            <p:ph idx="5" type="subTitle"/>
          </p:nvPr>
        </p:nvSpPr>
        <p:spPr>
          <a:xfrm>
            <a:off x="6292475" y="2831325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78"/>
          <p:cNvSpPr txBox="1"/>
          <p:nvPr>
            <p:ph type="title"/>
          </p:nvPr>
        </p:nvSpPr>
        <p:spPr>
          <a:xfrm>
            <a:off x="3357469" y="375900"/>
            <a:ext cx="2492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4" name="Google Shape;584;p78"/>
          <p:cNvSpPr txBox="1"/>
          <p:nvPr>
            <p:ph idx="6" type="body"/>
          </p:nvPr>
        </p:nvSpPr>
        <p:spPr>
          <a:xfrm>
            <a:off x="3321050" y="1395000"/>
            <a:ext cx="2384400" cy="23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5" name="Google Shape;585;p78"/>
          <p:cNvSpPr txBox="1"/>
          <p:nvPr>
            <p:ph idx="7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6" name="Google Shape;586;p7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APTION_ONLY">
    <p:bg>
      <p:bgPr>
        <a:solidFill>
          <a:schemeClr val="dk1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9"/>
          <p:cNvSpPr txBox="1"/>
          <p:nvPr>
            <p:ph idx="1" type="subTitle"/>
          </p:nvPr>
        </p:nvSpPr>
        <p:spPr>
          <a:xfrm>
            <a:off x="228600" y="3858425"/>
            <a:ext cx="2202600" cy="8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9" name="Google Shape;589;p79"/>
          <p:cNvSpPr/>
          <p:nvPr>
            <p:ph idx="2" type="pic"/>
          </p:nvPr>
        </p:nvSpPr>
        <p:spPr>
          <a:xfrm>
            <a:off x="3351555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0" name="Google Shape;590;p79"/>
          <p:cNvSpPr/>
          <p:nvPr>
            <p:ph idx="3" type="pic"/>
          </p:nvPr>
        </p:nvSpPr>
        <p:spPr>
          <a:xfrm>
            <a:off x="4641661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1" name="Google Shape;591;p79"/>
          <p:cNvSpPr/>
          <p:nvPr>
            <p:ph idx="4" type="pic"/>
          </p:nvPr>
        </p:nvSpPr>
        <p:spPr>
          <a:xfrm>
            <a:off x="2061450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2" name="Google Shape;592;p79"/>
          <p:cNvSpPr/>
          <p:nvPr>
            <p:ph idx="5" type="pic"/>
          </p:nvPr>
        </p:nvSpPr>
        <p:spPr>
          <a:xfrm>
            <a:off x="3351555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3" name="Google Shape;593;p79"/>
          <p:cNvSpPr/>
          <p:nvPr>
            <p:ph idx="6" type="pic"/>
          </p:nvPr>
        </p:nvSpPr>
        <p:spPr>
          <a:xfrm>
            <a:off x="4641661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4" name="Google Shape;594;p79"/>
          <p:cNvSpPr/>
          <p:nvPr>
            <p:ph idx="7" type="pic"/>
          </p:nvPr>
        </p:nvSpPr>
        <p:spPr>
          <a:xfrm>
            <a:off x="5931766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95" name="Google Shape;595;p79"/>
          <p:cNvSpPr txBox="1"/>
          <p:nvPr>
            <p:ph idx="8" type="body"/>
          </p:nvPr>
        </p:nvSpPr>
        <p:spPr>
          <a:xfrm>
            <a:off x="33515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6" name="Google Shape;596;p79"/>
          <p:cNvSpPr txBox="1"/>
          <p:nvPr>
            <p:ph idx="9" type="body"/>
          </p:nvPr>
        </p:nvSpPr>
        <p:spPr>
          <a:xfrm>
            <a:off x="46416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7" name="Google Shape;597;p79"/>
          <p:cNvSpPr txBox="1"/>
          <p:nvPr>
            <p:ph idx="13" type="body"/>
          </p:nvPr>
        </p:nvSpPr>
        <p:spPr>
          <a:xfrm>
            <a:off x="20614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8" name="Google Shape;598;p79"/>
          <p:cNvSpPr txBox="1"/>
          <p:nvPr>
            <p:ph idx="14" type="body"/>
          </p:nvPr>
        </p:nvSpPr>
        <p:spPr>
          <a:xfrm>
            <a:off x="33515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9" name="Google Shape;599;p79"/>
          <p:cNvSpPr txBox="1"/>
          <p:nvPr>
            <p:ph idx="15" type="body"/>
          </p:nvPr>
        </p:nvSpPr>
        <p:spPr>
          <a:xfrm>
            <a:off x="4641650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0" name="Google Shape;600;p79"/>
          <p:cNvSpPr txBox="1"/>
          <p:nvPr>
            <p:ph idx="16" type="body"/>
          </p:nvPr>
        </p:nvSpPr>
        <p:spPr>
          <a:xfrm>
            <a:off x="5931775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1" name="Google Shape;601;p79"/>
          <p:cNvSpPr/>
          <p:nvPr>
            <p:ph idx="17" type="pic"/>
          </p:nvPr>
        </p:nvSpPr>
        <p:spPr>
          <a:xfrm>
            <a:off x="2706505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2" name="Google Shape;602;p79"/>
          <p:cNvSpPr/>
          <p:nvPr>
            <p:ph idx="18" type="pic"/>
          </p:nvPr>
        </p:nvSpPr>
        <p:spPr>
          <a:xfrm>
            <a:off x="3996611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3" name="Google Shape;603;p79"/>
          <p:cNvSpPr/>
          <p:nvPr>
            <p:ph idx="19" type="pic"/>
          </p:nvPr>
        </p:nvSpPr>
        <p:spPr>
          <a:xfrm>
            <a:off x="5286716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04" name="Google Shape;604;p79"/>
          <p:cNvSpPr txBox="1"/>
          <p:nvPr>
            <p:ph idx="20" type="body"/>
          </p:nvPr>
        </p:nvSpPr>
        <p:spPr>
          <a:xfrm>
            <a:off x="2706475" y="462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5" name="Google Shape;605;p79"/>
          <p:cNvSpPr txBox="1"/>
          <p:nvPr>
            <p:ph idx="21" type="body"/>
          </p:nvPr>
        </p:nvSpPr>
        <p:spPr>
          <a:xfrm>
            <a:off x="3996600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6" name="Google Shape;606;p79"/>
          <p:cNvSpPr txBox="1"/>
          <p:nvPr>
            <p:ph idx="22" type="body"/>
          </p:nvPr>
        </p:nvSpPr>
        <p:spPr>
          <a:xfrm>
            <a:off x="5286725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7" name="Google Shape;607;p79"/>
          <p:cNvSpPr txBox="1"/>
          <p:nvPr>
            <p:ph idx="2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8" name="Google Shape;608;p7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le Overview">
  <p:cSld name="BIG_NUMBER">
    <p:bg>
      <p:bgPr>
        <a:solidFill>
          <a:schemeClr val="dk1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80"/>
          <p:cNvSpPr/>
          <p:nvPr/>
        </p:nvSpPr>
        <p:spPr>
          <a:xfrm>
            <a:off x="228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1" name="Google Shape;611;p80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2" name="Google Shape;612;p80"/>
          <p:cNvSpPr txBox="1"/>
          <p:nvPr>
            <p:ph idx="2" type="body"/>
          </p:nvPr>
        </p:nvSpPr>
        <p:spPr>
          <a:xfrm>
            <a:off x="5373925" y="3376450"/>
            <a:ext cx="35415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3" name="Google Shape;613;p80"/>
          <p:cNvSpPr txBox="1"/>
          <p:nvPr>
            <p:ph idx="3" type="body"/>
          </p:nvPr>
        </p:nvSpPr>
        <p:spPr>
          <a:xfrm>
            <a:off x="280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4" name="Google Shape;614;p80"/>
          <p:cNvSpPr/>
          <p:nvPr/>
        </p:nvSpPr>
        <p:spPr>
          <a:xfrm>
            <a:off x="2431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5" name="Google Shape;615;p80"/>
          <p:cNvSpPr txBox="1"/>
          <p:nvPr>
            <p:ph idx="4" type="body"/>
          </p:nvPr>
        </p:nvSpPr>
        <p:spPr>
          <a:xfrm>
            <a:off x="2482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6" name="Google Shape;616;p80"/>
          <p:cNvSpPr/>
          <p:nvPr/>
        </p:nvSpPr>
        <p:spPr>
          <a:xfrm>
            <a:off x="4633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7" name="Google Shape;617;p80"/>
          <p:cNvSpPr txBox="1"/>
          <p:nvPr>
            <p:ph idx="5" type="body"/>
          </p:nvPr>
        </p:nvSpPr>
        <p:spPr>
          <a:xfrm>
            <a:off x="4685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8" name="Google Shape;618;p80"/>
          <p:cNvSpPr/>
          <p:nvPr/>
        </p:nvSpPr>
        <p:spPr>
          <a:xfrm>
            <a:off x="6836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19" name="Google Shape;619;p80"/>
          <p:cNvSpPr txBox="1"/>
          <p:nvPr>
            <p:ph idx="6" type="body"/>
          </p:nvPr>
        </p:nvSpPr>
        <p:spPr>
          <a:xfrm>
            <a:off x="6887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0" name="Google Shape;620;p80"/>
          <p:cNvSpPr txBox="1"/>
          <p:nvPr>
            <p:ph idx="7" type="subTitle"/>
          </p:nvPr>
        </p:nvSpPr>
        <p:spPr>
          <a:xfrm>
            <a:off x="280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1" name="Google Shape;621;p80"/>
          <p:cNvSpPr txBox="1"/>
          <p:nvPr>
            <p:ph idx="8" type="subTitle"/>
          </p:nvPr>
        </p:nvSpPr>
        <p:spPr>
          <a:xfrm>
            <a:off x="2482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80"/>
          <p:cNvSpPr txBox="1"/>
          <p:nvPr>
            <p:ph idx="9" type="subTitle"/>
          </p:nvPr>
        </p:nvSpPr>
        <p:spPr>
          <a:xfrm>
            <a:off x="4685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80"/>
          <p:cNvSpPr txBox="1"/>
          <p:nvPr>
            <p:ph idx="13" type="subTitle"/>
          </p:nvPr>
        </p:nvSpPr>
        <p:spPr>
          <a:xfrm>
            <a:off x="6887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4" name="Google Shape;624;p80"/>
          <p:cNvSpPr txBox="1"/>
          <p:nvPr>
            <p:ph idx="14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5" name="Google Shape;625;p8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Rules" type="blank">
  <p:cSld name="BLANK">
    <p:bg>
      <p:bgPr>
        <a:solidFill>
          <a:schemeClr val="dk1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81"/>
          <p:cNvSpPr txBox="1"/>
          <p:nvPr>
            <p:ph idx="1" type="body"/>
          </p:nvPr>
        </p:nvSpPr>
        <p:spPr>
          <a:xfrm>
            <a:off x="228600" y="223500"/>
            <a:ext cx="4280700" cy="14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8" name="Google Shape;628;p81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9" name="Google Shape;629;p81"/>
          <p:cNvSpPr txBox="1"/>
          <p:nvPr>
            <p:ph idx="3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0" name="Google Shape;630;p81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31" name="Google Shape;631;p81"/>
          <p:cNvSpPr txBox="1"/>
          <p:nvPr>
            <p:ph idx="4" type="subTitle"/>
          </p:nvPr>
        </p:nvSpPr>
        <p:spPr>
          <a:xfrm>
            <a:off x="4849425" y="125151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2" name="Google Shape;632;p81"/>
          <p:cNvSpPr txBox="1"/>
          <p:nvPr>
            <p:ph idx="5" type="body"/>
          </p:nvPr>
        </p:nvSpPr>
        <p:spPr>
          <a:xfrm>
            <a:off x="4849488" y="1548391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33" name="Google Shape;633;p81"/>
          <p:cNvSpPr txBox="1"/>
          <p:nvPr>
            <p:ph idx="6" type="subTitle"/>
          </p:nvPr>
        </p:nvSpPr>
        <p:spPr>
          <a:xfrm>
            <a:off x="4849425" y="2052387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81"/>
          <p:cNvSpPr txBox="1"/>
          <p:nvPr>
            <p:ph idx="7" type="body"/>
          </p:nvPr>
        </p:nvSpPr>
        <p:spPr>
          <a:xfrm>
            <a:off x="4849488" y="2349257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35" name="Google Shape;635;p81"/>
          <p:cNvSpPr txBox="1"/>
          <p:nvPr>
            <p:ph idx="8" type="subTitle"/>
          </p:nvPr>
        </p:nvSpPr>
        <p:spPr>
          <a:xfrm>
            <a:off x="4849425" y="285906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6" name="Google Shape;636;p81"/>
          <p:cNvSpPr txBox="1"/>
          <p:nvPr>
            <p:ph idx="9" type="body"/>
          </p:nvPr>
        </p:nvSpPr>
        <p:spPr>
          <a:xfrm>
            <a:off x="4849488" y="315593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37" name="Google Shape;637;p81"/>
          <p:cNvSpPr txBox="1"/>
          <p:nvPr>
            <p:ph idx="13" type="subTitle"/>
          </p:nvPr>
        </p:nvSpPr>
        <p:spPr>
          <a:xfrm>
            <a:off x="4849425" y="3747093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p81"/>
          <p:cNvSpPr txBox="1"/>
          <p:nvPr>
            <p:ph idx="14" type="body"/>
          </p:nvPr>
        </p:nvSpPr>
        <p:spPr>
          <a:xfrm>
            <a:off x="4849488" y="4043962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39" name="Google Shape;639;p81"/>
          <p:cNvSpPr txBox="1"/>
          <p:nvPr>
            <p:ph idx="15" type="subTitle"/>
          </p:nvPr>
        </p:nvSpPr>
        <p:spPr>
          <a:xfrm>
            <a:off x="4849425" y="450638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0" name="Google Shape;640;p81"/>
          <p:cNvSpPr txBox="1"/>
          <p:nvPr>
            <p:ph idx="16" type="body"/>
          </p:nvPr>
        </p:nvSpPr>
        <p:spPr>
          <a:xfrm>
            <a:off x="4849488" y="74751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1" name="Google Shape;641;p8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dk1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2"/>
          <p:cNvSpPr txBox="1"/>
          <p:nvPr>
            <p:ph type="title"/>
          </p:nvPr>
        </p:nvSpPr>
        <p:spPr>
          <a:xfrm>
            <a:off x="962775" y="223500"/>
            <a:ext cx="7952700" cy="20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1" sz="96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4" name="Google Shape;644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ols &amp; Meetings">
  <p:cSld name="CUSTOM_2">
    <p:bg>
      <p:bgPr>
        <a:solidFill>
          <a:schemeClr val="dk1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83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47" name="Google Shape;647;p8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8" name="Google Shape;648;p83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49" name="Google Shape;649;p83"/>
          <p:cNvSpPr txBox="1"/>
          <p:nvPr>
            <p:ph idx="2" type="body"/>
          </p:nvPr>
        </p:nvSpPr>
        <p:spPr>
          <a:xfrm>
            <a:off x="517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0" name="Google Shape;650;p83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51" name="Google Shape;651;p83"/>
          <p:cNvSpPr txBox="1"/>
          <p:nvPr>
            <p:ph idx="3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52" name="Google Shape;652;p83"/>
          <p:cNvSpPr txBox="1"/>
          <p:nvPr>
            <p:ph idx="4" type="body"/>
          </p:nvPr>
        </p:nvSpPr>
        <p:spPr>
          <a:xfrm>
            <a:off x="4922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3" name="Google Shape;653;p8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ps for success">
  <p:cSld name="CUSTOM_3">
    <p:bg>
      <p:bgPr>
        <a:solidFill>
          <a:schemeClr val="dk1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84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56" name="Google Shape;656;p84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657" name="Google Shape;657;p84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8" name="Google Shape;658;p84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9" name="Google Shape;659;p84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0" name="Google Shape;660;p84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1" name="Google Shape;661;p84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2" name="Google Shape;662;p84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3" name="Google Shape;663;p84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4" name="Google Shape;664;p84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5" name="Google Shape;665;p84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6" name="Google Shape;666;p84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67" name="Google Shape;667;p8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4">
    <p:bg>
      <p:bgPr>
        <a:solidFill>
          <a:schemeClr val="dk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5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85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8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tep process">
  <p:cSld name="CUSTOM_5">
    <p:bg>
      <p:bgPr>
        <a:solidFill>
          <a:schemeClr val="dk1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6"/>
          <p:cNvSpPr/>
          <p:nvPr/>
        </p:nvSpPr>
        <p:spPr>
          <a:xfrm>
            <a:off x="2286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74" name="Google Shape;674;p86"/>
          <p:cNvSpPr txBox="1"/>
          <p:nvPr>
            <p:ph idx="1" type="subTitle"/>
          </p:nvPr>
        </p:nvSpPr>
        <p:spPr>
          <a:xfrm>
            <a:off x="2846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5" name="Google Shape;675;p86"/>
          <p:cNvSpPr txBox="1"/>
          <p:nvPr>
            <p:ph idx="2" type="body"/>
          </p:nvPr>
        </p:nvSpPr>
        <p:spPr>
          <a:xfrm>
            <a:off x="2846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76" name="Google Shape;676;p86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7" name="Google Shape;677;p86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8" name="Google Shape;678;p86"/>
          <p:cNvSpPr/>
          <p:nvPr/>
        </p:nvSpPr>
        <p:spPr>
          <a:xfrm>
            <a:off x="316515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79" name="Google Shape;679;p86"/>
          <p:cNvSpPr txBox="1"/>
          <p:nvPr>
            <p:ph idx="4" type="subTitle"/>
          </p:nvPr>
        </p:nvSpPr>
        <p:spPr>
          <a:xfrm>
            <a:off x="322120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0" name="Google Shape;680;p86"/>
          <p:cNvSpPr txBox="1"/>
          <p:nvPr>
            <p:ph idx="5" type="body"/>
          </p:nvPr>
        </p:nvSpPr>
        <p:spPr>
          <a:xfrm>
            <a:off x="322120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1" name="Google Shape;681;p86"/>
          <p:cNvSpPr/>
          <p:nvPr/>
        </p:nvSpPr>
        <p:spPr>
          <a:xfrm>
            <a:off x="61017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82" name="Google Shape;682;p86"/>
          <p:cNvSpPr txBox="1"/>
          <p:nvPr>
            <p:ph idx="6" type="subTitle"/>
          </p:nvPr>
        </p:nvSpPr>
        <p:spPr>
          <a:xfrm>
            <a:off x="61577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3" name="Google Shape;683;p86"/>
          <p:cNvSpPr txBox="1"/>
          <p:nvPr>
            <p:ph idx="7" type="body"/>
          </p:nvPr>
        </p:nvSpPr>
        <p:spPr>
          <a:xfrm>
            <a:off x="61577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4" name="Google Shape;684;p86"/>
          <p:cNvSpPr/>
          <p:nvPr/>
        </p:nvSpPr>
        <p:spPr>
          <a:xfrm>
            <a:off x="6101700" y="25317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85" name="Google Shape;685;p86"/>
          <p:cNvSpPr txBox="1"/>
          <p:nvPr>
            <p:ph idx="8" type="subTitle"/>
          </p:nvPr>
        </p:nvSpPr>
        <p:spPr>
          <a:xfrm>
            <a:off x="6157750" y="26038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6" name="Google Shape;686;p86"/>
          <p:cNvSpPr txBox="1"/>
          <p:nvPr>
            <p:ph idx="9" type="body"/>
          </p:nvPr>
        </p:nvSpPr>
        <p:spPr>
          <a:xfrm>
            <a:off x="6157750" y="32716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7" name="Google Shape;687;p8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s &amp; Suggestion ">
  <p:cSld name="CUSTOM_6">
    <p:bg>
      <p:bgPr>
        <a:solidFill>
          <a:schemeClr val="dk1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87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0" name="Google Shape;690;p8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1" name="Google Shape;691;p87"/>
          <p:cNvSpPr txBox="1"/>
          <p:nvPr>
            <p:ph idx="2" type="subTitle"/>
          </p:nvPr>
        </p:nvSpPr>
        <p:spPr>
          <a:xfrm>
            <a:off x="2286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2" name="Google Shape;692;p87"/>
          <p:cNvSpPr txBox="1"/>
          <p:nvPr>
            <p:ph idx="3" type="body"/>
          </p:nvPr>
        </p:nvSpPr>
        <p:spPr>
          <a:xfrm>
            <a:off x="2287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3" name="Google Shape;693;p87"/>
          <p:cNvSpPr txBox="1"/>
          <p:nvPr>
            <p:ph idx="4" type="subTitle"/>
          </p:nvPr>
        </p:nvSpPr>
        <p:spPr>
          <a:xfrm>
            <a:off x="2431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87"/>
          <p:cNvSpPr txBox="1"/>
          <p:nvPr>
            <p:ph idx="5" type="body"/>
          </p:nvPr>
        </p:nvSpPr>
        <p:spPr>
          <a:xfrm>
            <a:off x="2431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87"/>
          <p:cNvSpPr txBox="1"/>
          <p:nvPr>
            <p:ph idx="6" type="subTitle"/>
          </p:nvPr>
        </p:nvSpPr>
        <p:spPr>
          <a:xfrm>
            <a:off x="4633725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87"/>
          <p:cNvSpPr txBox="1"/>
          <p:nvPr>
            <p:ph idx="7" type="body"/>
          </p:nvPr>
        </p:nvSpPr>
        <p:spPr>
          <a:xfrm>
            <a:off x="4633850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7" name="Google Shape;697;p87"/>
          <p:cNvSpPr txBox="1"/>
          <p:nvPr>
            <p:ph idx="8" type="subTitle"/>
          </p:nvPr>
        </p:nvSpPr>
        <p:spPr>
          <a:xfrm>
            <a:off x="6836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87"/>
          <p:cNvSpPr txBox="1"/>
          <p:nvPr>
            <p:ph idx="9" type="body"/>
          </p:nvPr>
        </p:nvSpPr>
        <p:spPr>
          <a:xfrm>
            <a:off x="6836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9" name="Google Shape;699;p8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Months">
  <p:cSld name="CUSTOM_7">
    <p:bg>
      <p:bgPr>
        <a:solidFill>
          <a:schemeClr val="dk1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88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2" name="Google Shape;702;p88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88"/>
          <p:cNvSpPr/>
          <p:nvPr/>
        </p:nvSpPr>
        <p:spPr>
          <a:xfrm>
            <a:off x="2286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4" name="Google Shape;704;p88"/>
          <p:cNvSpPr txBox="1"/>
          <p:nvPr>
            <p:ph idx="3" type="subTitle"/>
          </p:nvPr>
        </p:nvSpPr>
        <p:spPr>
          <a:xfrm>
            <a:off x="2846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88"/>
          <p:cNvSpPr txBox="1"/>
          <p:nvPr>
            <p:ph idx="4" type="body"/>
          </p:nvPr>
        </p:nvSpPr>
        <p:spPr>
          <a:xfrm>
            <a:off x="3251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06" name="Google Shape;706;p88"/>
          <p:cNvSpPr/>
          <p:nvPr/>
        </p:nvSpPr>
        <p:spPr>
          <a:xfrm>
            <a:off x="316515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7" name="Google Shape;707;p88"/>
          <p:cNvSpPr txBox="1"/>
          <p:nvPr>
            <p:ph idx="5" type="subTitle"/>
          </p:nvPr>
        </p:nvSpPr>
        <p:spPr>
          <a:xfrm>
            <a:off x="322120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88"/>
          <p:cNvSpPr txBox="1"/>
          <p:nvPr>
            <p:ph idx="6" type="body"/>
          </p:nvPr>
        </p:nvSpPr>
        <p:spPr>
          <a:xfrm>
            <a:off x="326170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09" name="Google Shape;709;p88"/>
          <p:cNvSpPr/>
          <p:nvPr/>
        </p:nvSpPr>
        <p:spPr>
          <a:xfrm>
            <a:off x="61017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10" name="Google Shape;710;p88"/>
          <p:cNvSpPr txBox="1"/>
          <p:nvPr>
            <p:ph idx="7" type="subTitle"/>
          </p:nvPr>
        </p:nvSpPr>
        <p:spPr>
          <a:xfrm>
            <a:off x="61577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1" name="Google Shape;711;p88"/>
          <p:cNvSpPr txBox="1"/>
          <p:nvPr>
            <p:ph idx="8" type="body"/>
          </p:nvPr>
        </p:nvSpPr>
        <p:spPr>
          <a:xfrm>
            <a:off x="61982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712" name="Google Shape;712;p8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ful links">
  <p:cSld name="CUSTOM_8">
    <p:bg>
      <p:bgPr>
        <a:solidFill>
          <a:schemeClr val="dk1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89"/>
          <p:cNvSpPr/>
          <p:nvPr/>
        </p:nvSpPr>
        <p:spPr>
          <a:xfrm>
            <a:off x="4633600" y="223500"/>
            <a:ext cx="4281900" cy="2002800"/>
          </a:xfrm>
          <a:prstGeom prst="roundRect">
            <a:avLst>
              <a:gd fmla="val 1278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15" name="Google Shape;715;p89"/>
          <p:cNvSpPr txBox="1"/>
          <p:nvPr/>
        </p:nvSpPr>
        <p:spPr>
          <a:xfrm>
            <a:off x="3286470" y="3339550"/>
            <a:ext cx="125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☝️</a:t>
            </a:r>
            <a:endParaRPr sz="72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716" name="Google Shape;716;p89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7" name="Google Shape;717;p89"/>
          <p:cNvSpPr txBox="1"/>
          <p:nvPr>
            <p:ph idx="2" type="subTitle"/>
          </p:nvPr>
        </p:nvSpPr>
        <p:spPr>
          <a:xfrm>
            <a:off x="5367775" y="3723400"/>
            <a:ext cx="35478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8" name="Google Shape;718;p89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19" name="Google Shape;719;p89"/>
          <p:cNvSpPr txBox="1"/>
          <p:nvPr>
            <p:ph idx="3" type="subTitle"/>
          </p:nvPr>
        </p:nvSpPr>
        <p:spPr>
          <a:xfrm>
            <a:off x="427825" y="396875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0" name="Google Shape;720;p89"/>
          <p:cNvSpPr txBox="1"/>
          <p:nvPr>
            <p:ph idx="4" type="subTitle"/>
          </p:nvPr>
        </p:nvSpPr>
        <p:spPr>
          <a:xfrm>
            <a:off x="427853" y="1124562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1" name="Google Shape;721;p89"/>
          <p:cNvSpPr txBox="1"/>
          <p:nvPr>
            <p:ph idx="5" type="subTitle"/>
          </p:nvPr>
        </p:nvSpPr>
        <p:spPr>
          <a:xfrm>
            <a:off x="427853" y="1852223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2" name="Google Shape;722;p89"/>
          <p:cNvSpPr txBox="1"/>
          <p:nvPr>
            <p:ph idx="6" type="subTitle"/>
          </p:nvPr>
        </p:nvSpPr>
        <p:spPr>
          <a:xfrm>
            <a:off x="427853" y="2595897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3" name="Google Shape;723;p89"/>
          <p:cNvSpPr txBox="1"/>
          <p:nvPr>
            <p:ph idx="7" type="subTitle"/>
          </p:nvPr>
        </p:nvSpPr>
        <p:spPr>
          <a:xfrm>
            <a:off x="4822775" y="289375"/>
            <a:ext cx="39066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4" name="Google Shape;724;p89"/>
          <p:cNvSpPr txBox="1"/>
          <p:nvPr>
            <p:ph idx="8" type="body"/>
          </p:nvPr>
        </p:nvSpPr>
        <p:spPr>
          <a:xfrm>
            <a:off x="4844650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5" name="Google Shape;725;p89"/>
          <p:cNvSpPr txBox="1"/>
          <p:nvPr>
            <p:ph idx="9" type="body"/>
          </p:nvPr>
        </p:nvSpPr>
        <p:spPr>
          <a:xfrm>
            <a:off x="6225688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6" name="Google Shape;726;p89"/>
          <p:cNvSpPr txBox="1"/>
          <p:nvPr>
            <p:ph idx="13" type="body"/>
          </p:nvPr>
        </p:nvSpPr>
        <p:spPr>
          <a:xfrm>
            <a:off x="7606725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7" name="Google Shape;727;p8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oint">
  <p:cSld name="CUSTOM_9">
    <p:bg>
      <p:bgPr>
        <a:solidFill>
          <a:schemeClr val="dk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90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30" name="Google Shape;730;p90"/>
          <p:cNvSpPr txBox="1"/>
          <p:nvPr>
            <p:ph idx="1" type="subTitle"/>
          </p:nvPr>
        </p:nvSpPr>
        <p:spPr>
          <a:xfrm>
            <a:off x="529450" y="419650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1" name="Google Shape;731;p90"/>
          <p:cNvSpPr txBox="1"/>
          <p:nvPr>
            <p:ph idx="2" type="body"/>
          </p:nvPr>
        </p:nvSpPr>
        <p:spPr>
          <a:xfrm>
            <a:off x="529510" y="71652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2" name="Google Shape;732;p90"/>
          <p:cNvSpPr txBox="1"/>
          <p:nvPr>
            <p:ph type="title"/>
          </p:nvPr>
        </p:nvSpPr>
        <p:spPr>
          <a:xfrm>
            <a:off x="393725" y="3932625"/>
            <a:ext cx="4037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33" name="Google Shape;733;p90"/>
          <p:cNvSpPr txBox="1"/>
          <p:nvPr>
            <p:ph idx="3" type="subTitle"/>
          </p:nvPr>
        </p:nvSpPr>
        <p:spPr>
          <a:xfrm>
            <a:off x="529480" y="1247253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4" name="Google Shape;734;p90"/>
          <p:cNvSpPr txBox="1"/>
          <p:nvPr>
            <p:ph idx="4" type="body"/>
          </p:nvPr>
        </p:nvSpPr>
        <p:spPr>
          <a:xfrm>
            <a:off x="529540" y="1544130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5" name="Google Shape;735;p90"/>
          <p:cNvSpPr txBox="1"/>
          <p:nvPr>
            <p:ph idx="5" type="subTitle"/>
          </p:nvPr>
        </p:nvSpPr>
        <p:spPr>
          <a:xfrm>
            <a:off x="529480" y="2153577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6" name="Google Shape;736;p90"/>
          <p:cNvSpPr txBox="1"/>
          <p:nvPr>
            <p:ph idx="6" type="body"/>
          </p:nvPr>
        </p:nvSpPr>
        <p:spPr>
          <a:xfrm>
            <a:off x="529540" y="245044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7" name="Google Shape;737;p90"/>
          <p:cNvSpPr txBox="1"/>
          <p:nvPr>
            <p:ph idx="7" type="subTitle"/>
          </p:nvPr>
        </p:nvSpPr>
        <p:spPr>
          <a:xfrm>
            <a:off x="529480" y="3059905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8" name="Google Shape;738;p90"/>
          <p:cNvSpPr txBox="1"/>
          <p:nvPr>
            <p:ph idx="8" type="body"/>
          </p:nvPr>
        </p:nvSpPr>
        <p:spPr>
          <a:xfrm>
            <a:off x="529540" y="3356775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9" name="Google Shape;739;p90"/>
          <p:cNvSpPr/>
          <p:nvPr>
            <p:ph idx="9" type="pic"/>
          </p:nvPr>
        </p:nvSpPr>
        <p:spPr>
          <a:xfrm>
            <a:off x="4633600" y="223500"/>
            <a:ext cx="4280700" cy="44838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sp>
      <p:sp>
        <p:nvSpPr>
          <p:cNvPr id="740" name="Google Shape;740;p90"/>
          <p:cNvSpPr txBox="1"/>
          <p:nvPr>
            <p:ph idx="1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1" name="Google Shape;741;p90"/>
          <p:cNvSpPr txBox="1"/>
          <p:nvPr>
            <p:ph idx="14" type="subTitle"/>
          </p:nvPr>
        </p:nvSpPr>
        <p:spPr>
          <a:xfrm>
            <a:off x="4771050" y="3371675"/>
            <a:ext cx="3885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2" name="Google Shape;742;p90"/>
          <p:cNvSpPr txBox="1"/>
          <p:nvPr>
            <p:ph idx="15" type="body"/>
          </p:nvPr>
        </p:nvSpPr>
        <p:spPr>
          <a:xfrm>
            <a:off x="4771050" y="3944875"/>
            <a:ext cx="39702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3" name="Google Shape;743;p9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4">
    <p:bg>
      <p:bgPr>
        <a:solidFill>
          <a:schemeClr val="dk1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91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46" name="Google Shape;746;p9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7" name="Google Shape;747;p91"/>
          <p:cNvSpPr/>
          <p:nvPr>
            <p:ph idx="2" type="pic"/>
          </p:nvPr>
        </p:nvSpPr>
        <p:spPr>
          <a:xfrm>
            <a:off x="71872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48" name="Google Shape;748;p91"/>
          <p:cNvSpPr/>
          <p:nvPr>
            <p:ph idx="3" type="pic"/>
          </p:nvPr>
        </p:nvSpPr>
        <p:spPr>
          <a:xfrm>
            <a:off x="54671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49" name="Google Shape;749;p91"/>
          <p:cNvSpPr/>
          <p:nvPr>
            <p:ph idx="4" type="pic"/>
          </p:nvPr>
        </p:nvSpPr>
        <p:spPr>
          <a:xfrm>
            <a:off x="37470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50" name="Google Shape;750;p91"/>
          <p:cNvSpPr txBox="1"/>
          <p:nvPr>
            <p:ph idx="5" type="subTitle"/>
          </p:nvPr>
        </p:nvSpPr>
        <p:spPr>
          <a:xfrm>
            <a:off x="37470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91"/>
          <p:cNvSpPr txBox="1"/>
          <p:nvPr>
            <p:ph idx="6" type="subTitle"/>
          </p:nvPr>
        </p:nvSpPr>
        <p:spPr>
          <a:xfrm>
            <a:off x="54671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91"/>
          <p:cNvSpPr txBox="1"/>
          <p:nvPr>
            <p:ph idx="7" type="subTitle"/>
          </p:nvPr>
        </p:nvSpPr>
        <p:spPr>
          <a:xfrm>
            <a:off x="71872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91"/>
          <p:cNvSpPr txBox="1"/>
          <p:nvPr>
            <p:ph idx="8" type="body"/>
          </p:nvPr>
        </p:nvSpPr>
        <p:spPr>
          <a:xfrm>
            <a:off x="37470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4" name="Google Shape;754;p91"/>
          <p:cNvSpPr txBox="1"/>
          <p:nvPr>
            <p:ph idx="9" type="body"/>
          </p:nvPr>
        </p:nvSpPr>
        <p:spPr>
          <a:xfrm>
            <a:off x="54671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5" name="Google Shape;755;p91"/>
          <p:cNvSpPr txBox="1"/>
          <p:nvPr>
            <p:ph idx="13" type="body"/>
          </p:nvPr>
        </p:nvSpPr>
        <p:spPr>
          <a:xfrm>
            <a:off x="71872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6" name="Google Shape;756;p91"/>
          <p:cNvSpPr txBox="1"/>
          <p:nvPr>
            <p:ph type="title"/>
          </p:nvPr>
        </p:nvSpPr>
        <p:spPr>
          <a:xfrm>
            <a:off x="396875" y="3950225"/>
            <a:ext cx="31977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757" name="Google Shape;757;p91"/>
          <p:cNvSpPr txBox="1"/>
          <p:nvPr>
            <p:ph idx="14" type="body"/>
          </p:nvPr>
        </p:nvSpPr>
        <p:spPr>
          <a:xfrm>
            <a:off x="396875" y="620025"/>
            <a:ext cx="29367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758" name="Google Shape;758;p91"/>
          <p:cNvSpPr txBox="1"/>
          <p:nvPr>
            <p:ph idx="15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9" name="Google Shape;759;p9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ojis">
  <p:cSld name="CUSTOM">
    <p:bg>
      <p:bgPr>
        <a:solidFill>
          <a:schemeClr val="dk1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87.xml"/><Relationship Id="rId41" Type="http://schemas.openxmlformats.org/officeDocument/2006/relationships/slideLayout" Target="../slideLayouts/slideLayout86.xml"/><Relationship Id="rId22" Type="http://schemas.openxmlformats.org/officeDocument/2006/relationships/slideLayout" Target="../slideLayouts/slideLayout67.xml"/><Relationship Id="rId44" Type="http://schemas.openxmlformats.org/officeDocument/2006/relationships/slideLayout" Target="../slideLayouts/slideLayout89.xml"/><Relationship Id="rId21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88.xml"/><Relationship Id="rId24" Type="http://schemas.openxmlformats.org/officeDocument/2006/relationships/slideLayout" Target="../slideLayouts/slideLayout69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68.xml"/><Relationship Id="rId45" Type="http://schemas.openxmlformats.org/officeDocument/2006/relationships/slideLayout" Target="../slideLayouts/slideLayout90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26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0.xml"/><Relationship Id="rId28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2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74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31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77.xml"/><Relationship Id="rId13" Type="http://schemas.openxmlformats.org/officeDocument/2006/relationships/slideLayout" Target="../slideLayouts/slideLayout58.xml"/><Relationship Id="rId35" Type="http://schemas.openxmlformats.org/officeDocument/2006/relationships/slideLayout" Target="../slideLayouts/slideLayout80.xml"/><Relationship Id="rId12" Type="http://schemas.openxmlformats.org/officeDocument/2006/relationships/slideLayout" Target="../slideLayouts/slideLayout57.xml"/><Relationship Id="rId34" Type="http://schemas.openxmlformats.org/officeDocument/2006/relationships/slideLayout" Target="../slideLayouts/slideLayout79.xml"/><Relationship Id="rId15" Type="http://schemas.openxmlformats.org/officeDocument/2006/relationships/slideLayout" Target="../slideLayouts/slideLayout60.xml"/><Relationship Id="rId37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81.xml"/><Relationship Id="rId17" Type="http://schemas.openxmlformats.org/officeDocument/2006/relationships/slideLayout" Target="../slideLayouts/slideLayout62.xml"/><Relationship Id="rId39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61.xml"/><Relationship Id="rId38" Type="http://schemas.openxmlformats.org/officeDocument/2006/relationships/slideLayout" Target="../slideLayouts/slideLayout83.xml"/><Relationship Id="rId19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7"/>
          <p:cNvSpPr txBox="1"/>
          <p:nvPr>
            <p:ph type="title"/>
          </p:nvPr>
        </p:nvSpPr>
        <p:spPr>
          <a:xfrm>
            <a:off x="228600" y="223500"/>
            <a:ext cx="86868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ublic Sans"/>
              <a:buNone/>
              <a:defRPr sz="6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359" name="Google Shape;359;p47"/>
          <p:cNvSpPr txBox="1"/>
          <p:nvPr>
            <p:ph idx="1" type="body"/>
          </p:nvPr>
        </p:nvSpPr>
        <p:spPr>
          <a:xfrm>
            <a:off x="247900" y="3457700"/>
            <a:ext cx="8686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360" name="Google Shape;360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29" r:id="rId37"/>
    <p:sldLayoutId id="2147483730" r:id="rId38"/>
    <p:sldLayoutId id="2147483731" r:id="rId39"/>
    <p:sldLayoutId id="2147483732" r:id="rId40"/>
    <p:sldLayoutId id="2147483733" r:id="rId41"/>
    <p:sldLayoutId id="2147483734" r:id="rId42"/>
    <p:sldLayoutId id="2147483735" r:id="rId43"/>
    <p:sldLayoutId id="2147483736" r:id="rId44"/>
    <p:sldLayoutId id="2147483737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41">
          <p15:clr>
            <a:srgbClr val="E46962"/>
          </p15:clr>
        </p15:guide>
        <p15:guide id="3" pos="529">
          <p15:clr>
            <a:srgbClr val="E46962"/>
          </p15:clr>
        </p15:guide>
        <p15:guide id="4" pos="606">
          <p15:clr>
            <a:srgbClr val="E46962"/>
          </p15:clr>
        </p15:guide>
        <p15:guide id="5" pos="991">
          <p15:clr>
            <a:srgbClr val="E46962"/>
          </p15:clr>
        </p15:guide>
        <p15:guide id="6" pos="1069">
          <p15:clr>
            <a:srgbClr val="E46962"/>
          </p15:clr>
        </p15:guide>
        <p15:guide id="7" pos="1454">
          <p15:clr>
            <a:srgbClr val="E46962"/>
          </p15:clr>
        </p15:guide>
        <p15:guide id="8" pos="1531">
          <p15:clr>
            <a:srgbClr val="E46962"/>
          </p15:clr>
        </p15:guide>
        <p15:guide id="9" pos="1916">
          <p15:clr>
            <a:srgbClr val="E46962"/>
          </p15:clr>
        </p15:guide>
        <p15:guide id="10" pos="1994">
          <p15:clr>
            <a:srgbClr val="E46962"/>
          </p15:clr>
        </p15:guide>
        <p15:guide id="11" pos="2379">
          <p15:clr>
            <a:srgbClr val="E46962"/>
          </p15:clr>
        </p15:guide>
        <p15:guide id="12" pos="2456">
          <p15:clr>
            <a:srgbClr val="E46962"/>
          </p15:clr>
        </p15:guide>
        <p15:guide id="13" pos="2919">
          <p15:clr>
            <a:srgbClr val="E46962"/>
          </p15:clr>
        </p15:guide>
        <p15:guide id="14" pos="3381">
          <p15:clr>
            <a:srgbClr val="E46962"/>
          </p15:clr>
        </p15:guide>
        <p15:guide id="15" pos="3766">
          <p15:clr>
            <a:srgbClr val="E46962"/>
          </p15:clr>
        </p15:guide>
        <p15:guide id="16" pos="3844">
          <p15:clr>
            <a:srgbClr val="E46962"/>
          </p15:clr>
        </p15:guide>
        <p15:guide id="17" pos="4229">
          <p15:clr>
            <a:srgbClr val="E46962"/>
          </p15:clr>
        </p15:guide>
        <p15:guide id="18" pos="2841">
          <p15:clr>
            <a:srgbClr val="E46962"/>
          </p15:clr>
        </p15:guide>
        <p15:guide id="19" pos="3304">
          <p15:clr>
            <a:srgbClr val="E46962"/>
          </p15:clr>
        </p15:guide>
        <p15:guide id="20" pos="4306">
          <p15:clr>
            <a:srgbClr val="E46962"/>
          </p15:clr>
        </p15:guide>
        <p15:guide id="21" pos="4691">
          <p15:clr>
            <a:srgbClr val="E46962"/>
          </p15:clr>
        </p15:guide>
        <p15:guide id="22" pos="4769">
          <p15:clr>
            <a:srgbClr val="E46962"/>
          </p15:clr>
        </p15:guide>
        <p15:guide id="23" pos="5154">
          <p15:clr>
            <a:srgbClr val="E46962"/>
          </p15:clr>
        </p15:guide>
        <p15:guide id="24" pos="5231">
          <p15:clr>
            <a:srgbClr val="E46962"/>
          </p15:clr>
        </p15:guide>
        <p15:guide id="25" pos="5616">
          <p15:clr>
            <a:srgbClr val="E46962"/>
          </p15:clr>
        </p15:guide>
        <p15:guide id="26" orient="horz" pos="29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3"/>
          <p:cNvSpPr txBox="1"/>
          <p:nvPr>
            <p:ph type="title"/>
          </p:nvPr>
        </p:nvSpPr>
        <p:spPr>
          <a:xfrm>
            <a:off x="398075" y="365350"/>
            <a:ext cx="84141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Raleway"/>
                <a:ea typeface="Raleway"/>
                <a:cs typeface="Raleway"/>
                <a:sym typeface="Raleway"/>
              </a:rPr>
              <a:t>Structural brain changes as a function of second language vocabulary training: </a:t>
            </a:r>
            <a:endParaRPr sz="3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latin typeface="Raleway"/>
                <a:ea typeface="Raleway"/>
                <a:cs typeface="Raleway"/>
                <a:sym typeface="Raleway"/>
              </a:rPr>
              <a:t>Effects of learning context</a:t>
            </a:r>
            <a:endParaRPr sz="3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Raleway"/>
                <a:ea typeface="Raleway"/>
                <a:cs typeface="Raleway"/>
                <a:sym typeface="Raleway"/>
              </a:rPr>
              <a:t>Jennifer Legaulta, Shin-Yi Fanga, Yu-Ju Lanb, Ping Lia (2019)</a:t>
            </a:r>
            <a:endParaRPr sz="2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800"/>
          </a:p>
        </p:txBody>
      </p:sp>
      <p:sp>
        <p:nvSpPr>
          <p:cNvPr id="767" name="Google Shape;767;p93"/>
          <p:cNvSpPr txBox="1"/>
          <p:nvPr>
            <p:ph idx="1" type="body"/>
          </p:nvPr>
        </p:nvSpPr>
        <p:spPr>
          <a:xfrm>
            <a:off x="571175" y="4113575"/>
            <a:ext cx="347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Presenter: Kang Haixuan</a:t>
            </a:r>
            <a:endParaRPr b="1" sz="2000"/>
          </a:p>
        </p:txBody>
      </p:sp>
      <p:sp>
        <p:nvSpPr>
          <p:cNvPr id="768" name="Google Shape;768;p93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0" name="Google Shape;770;p93"/>
          <p:cNvSpPr txBox="1"/>
          <p:nvPr>
            <p:ph idx="1" type="body"/>
          </p:nvPr>
        </p:nvSpPr>
        <p:spPr>
          <a:xfrm>
            <a:off x="6073075" y="41135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01/04/2026</a:t>
            </a:r>
            <a:endParaRPr b="1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6" name="Google Shape;776;p94"/>
          <p:cNvSpPr txBox="1"/>
          <p:nvPr>
            <p:ph idx="4294967295" type="title"/>
          </p:nvPr>
        </p:nvSpPr>
        <p:spPr>
          <a:xfrm>
            <a:off x="399900" y="289550"/>
            <a:ext cx="83442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latin typeface="Raleway"/>
                <a:ea typeface="Raleway"/>
                <a:cs typeface="Raleway"/>
                <a:sym typeface="Raleway"/>
              </a:rPr>
              <a:t>Overview</a:t>
            </a:r>
            <a:endParaRPr b="1" sz="30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7" name="Google Shape;777;p94"/>
          <p:cNvSpPr txBox="1"/>
          <p:nvPr>
            <p:ph idx="4294967295" type="body"/>
          </p:nvPr>
        </p:nvSpPr>
        <p:spPr>
          <a:xfrm>
            <a:off x="399900" y="666750"/>
            <a:ext cx="4307400" cy="32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latin typeface="Raleway"/>
                <a:ea typeface="Raleway"/>
                <a:cs typeface="Raleway"/>
                <a:sym typeface="Raleway"/>
              </a:rPr>
              <a:t>1. Background &amp; Motivation</a:t>
            </a:r>
            <a:r>
              <a:rPr lang="en" sz="20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i="1" lang="en" sz="2000">
                <a:latin typeface="Raleway"/>
                <a:ea typeface="Raleway"/>
                <a:cs typeface="Raleway"/>
                <a:sym typeface="Raleway"/>
              </a:rPr>
              <a:t>(Why)</a:t>
            </a:r>
            <a:endParaRPr i="1" sz="2000"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Raleway"/>
              <a:buChar char="●"/>
            </a:pPr>
            <a:r>
              <a:rPr lang="en" sz="2000">
                <a:latin typeface="Raleway"/>
                <a:ea typeface="Raleway"/>
                <a:cs typeface="Raleway"/>
                <a:sym typeface="Raleway"/>
              </a:rPr>
              <a:t>Why study L2 learning?</a:t>
            </a:r>
            <a:endParaRPr sz="2000"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Char char="●"/>
            </a:pPr>
            <a:r>
              <a:rPr lang="en" sz="2000">
                <a:latin typeface="Raleway"/>
                <a:ea typeface="Raleway"/>
                <a:cs typeface="Raleway"/>
                <a:sym typeface="Raleway"/>
              </a:rPr>
              <a:t>What is the research gap?</a:t>
            </a:r>
            <a:endParaRPr sz="2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latin typeface="Raleway"/>
                <a:ea typeface="Raleway"/>
                <a:cs typeface="Raleway"/>
                <a:sym typeface="Raleway"/>
              </a:rPr>
              <a:t>2. Research Design</a:t>
            </a:r>
            <a:r>
              <a:rPr lang="en" sz="2000"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i="1" lang="en" sz="2000">
                <a:latin typeface="Raleway"/>
                <a:ea typeface="Raleway"/>
                <a:cs typeface="Raleway"/>
                <a:sym typeface="Raleway"/>
              </a:rPr>
              <a:t>(How)</a:t>
            </a:r>
            <a:endParaRPr i="1" sz="2000"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Raleway"/>
              <a:buChar char="●"/>
            </a:pPr>
            <a:r>
              <a:rPr lang="en" sz="2000">
                <a:latin typeface="Raleway"/>
                <a:ea typeface="Raleway"/>
                <a:cs typeface="Raleway"/>
                <a:sym typeface="Raleway"/>
              </a:rPr>
              <a:t>Participants and tasks</a:t>
            </a:r>
            <a:endParaRPr sz="2000"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Char char="●"/>
            </a:pPr>
            <a:r>
              <a:rPr lang="en" sz="2000">
                <a:latin typeface="Raleway"/>
                <a:ea typeface="Raleway"/>
                <a:cs typeface="Raleway"/>
                <a:sym typeface="Raleway"/>
              </a:rPr>
              <a:t>PW vs VE learning conditions</a:t>
            </a:r>
            <a:endParaRPr sz="2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8" name="Google Shape;778;p94"/>
          <p:cNvSpPr txBox="1"/>
          <p:nvPr/>
        </p:nvSpPr>
        <p:spPr>
          <a:xfrm>
            <a:off x="4540375" y="806450"/>
            <a:ext cx="40824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3. Key Findings</a:t>
            </a:r>
            <a:r>
              <a:rPr lang="en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i="1" lang="en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(What)</a:t>
            </a:r>
            <a:endParaRPr i="1"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</a:pPr>
            <a:r>
              <a:rPr lang="en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Structural brain changes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</a:pPr>
            <a:r>
              <a:rPr lang="en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Context-specific differences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4. Interpretation &amp; Implications</a:t>
            </a:r>
            <a:r>
              <a:rPr lang="en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i="1" lang="en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(So what)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</a:pPr>
            <a:r>
              <a:rPr lang="en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Links to course concepts and real-world relevance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Char char="●"/>
            </a:pPr>
            <a:r>
              <a:rPr lang="en" sz="2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Critical evaluation </a:t>
            </a:r>
            <a:endParaRPr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95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784" name="Google Shape;784;p9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5" name="Google Shape;785;p95"/>
          <p:cNvSpPr txBox="1"/>
          <p:nvPr>
            <p:ph idx="4294967295" type="title"/>
          </p:nvPr>
        </p:nvSpPr>
        <p:spPr>
          <a:xfrm>
            <a:off x="399900" y="666750"/>
            <a:ext cx="8344200" cy="5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latin typeface="Raleway"/>
                <a:ea typeface="Raleway"/>
                <a:cs typeface="Raleway"/>
                <a:sym typeface="Raleway"/>
              </a:rPr>
              <a:t>Background</a:t>
            </a:r>
            <a:endParaRPr b="1" sz="30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86" name="Google Shape;786;p95"/>
          <p:cNvSpPr txBox="1"/>
          <p:nvPr/>
        </p:nvSpPr>
        <p:spPr>
          <a:xfrm>
            <a:off x="461500" y="2514850"/>
            <a:ext cx="83442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L2 learning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neuroplasticity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cortical thickness (CT) &amp; gray matter volume (GMV)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ccuring in a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language control network</a:t>
            </a:r>
            <a:b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→ e.g. ACC, IFG, IPL (attention, inhibition, working memory)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Memory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➕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managing competing languages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earning experience may shape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how the brain reorganizes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787" name="Google Shape;787;p95" title="截屏2026-03-30 17.59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073" y="1183650"/>
            <a:ext cx="5786726" cy="1401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95"/>
          <p:cNvSpPr txBox="1"/>
          <p:nvPr/>
        </p:nvSpPr>
        <p:spPr>
          <a:xfrm>
            <a:off x="6946500" y="2201625"/>
            <a:ext cx="17976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Fig. 1. L2 learning pathway (AI-generated).</a:t>
            </a:r>
            <a:endParaRPr sz="1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96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794" name="Google Shape;794;p9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5" name="Google Shape;795;p96"/>
          <p:cNvSpPr txBox="1"/>
          <p:nvPr/>
        </p:nvSpPr>
        <p:spPr>
          <a:xfrm>
            <a:off x="377100" y="520800"/>
            <a:ext cx="87669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</a:rPr>
              <a:t>Research Gap &amp; Motivation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What we know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L2 learning leads to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structural brain changes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Changes are observed in the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language control network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Most studies focus on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long-term learning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What we don’t know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short-term L2 learning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change brain structure?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Does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learning context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matter: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Picture-Word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(PW) vs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Visual Environment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(VE)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Do different contexts recruit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different neural mechanisms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?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Motivation of this study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To examine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how learning context shapes brain plasticity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97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801" name="Google Shape;801;p97"/>
          <p:cNvSpPr txBox="1"/>
          <p:nvPr/>
        </p:nvSpPr>
        <p:spPr>
          <a:xfrm>
            <a:off x="467750" y="628400"/>
            <a:ext cx="8915400" cy="3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Research Questions &amp; Hypotheses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Research Questions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short-term L2 vocabulary learning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induce structural brain changes?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Do different learning contexts (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PW vs VE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) lead to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different neural changes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?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Are these brain changes related to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learning performance and cognitive abilities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?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Hypotheses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Both L2 groups will show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increases in CT and GMV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in language control regions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The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VE group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will recruit a more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distributed / multimodal network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Brain changes will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correlate with L2 learning performance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98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807" name="Google Shape;807;p98"/>
          <p:cNvSpPr txBox="1"/>
          <p:nvPr/>
        </p:nvSpPr>
        <p:spPr>
          <a:xfrm>
            <a:off x="457575" y="557625"/>
            <a:ext cx="891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Participants &amp; Study Design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08" name="Google Shape;808;p98"/>
          <p:cNvSpPr txBox="1"/>
          <p:nvPr/>
        </p:nvSpPr>
        <p:spPr>
          <a:xfrm>
            <a:off x="457575" y="1204125"/>
            <a:ext cx="3879300" cy="27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Training Groups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average 21.9 years old (19-33)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VE Group: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19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participants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PW Group: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17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participants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09" name="Google Shape;809;p98"/>
          <p:cNvSpPr txBox="1"/>
          <p:nvPr/>
        </p:nvSpPr>
        <p:spPr>
          <a:xfrm>
            <a:off x="4336875" y="1204125"/>
            <a:ext cx="4346400" cy="27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Control Group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: 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15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participants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average 20.47 years old (18-22)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0" name="Google Shape;810;p98"/>
          <p:cNvSpPr txBox="1"/>
          <p:nvPr/>
        </p:nvSpPr>
        <p:spPr>
          <a:xfrm>
            <a:off x="677125" y="3758650"/>
            <a:ext cx="49092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Fig. 2. Study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procedure (Legaulta et al., 2019). </a:t>
            </a:r>
            <a:endParaRPr sz="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11" name="Google Shape;811;p98" title="截屏2026-03-30 19.41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124" y="2315100"/>
            <a:ext cx="7627300" cy="144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99"/>
          <p:cNvSpPr txBox="1"/>
          <p:nvPr/>
        </p:nvSpPr>
        <p:spPr>
          <a:xfrm>
            <a:off x="364200" y="416225"/>
            <a:ext cx="8551200" cy="4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</a:rPr>
              <a:t>Learning Conditions (PW vs VE)</a:t>
            </a:r>
            <a:endParaRPr b="1" sz="3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Picture-Word (PW) Condition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2D image paired with a spoken Mandarin word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Simple associative learning 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Focus on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form–meaning pairing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Virtual Environment (VE) Condition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Navigate a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3D virtual environment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Interactive and contextual learning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Involves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multimodal input (visual, spatial, motor)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Learning the same words but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PW: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explicit association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VE: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contextual &amp; embodied learning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17" name="Google Shape;817;p99" title="截屏2026-03-30 19.41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1525" y="1053950"/>
            <a:ext cx="1960713" cy="15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99" title="截屏2026-03-30 19.41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1526" y="2571750"/>
            <a:ext cx="1960725" cy="1541275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99"/>
          <p:cNvSpPr txBox="1"/>
          <p:nvPr/>
        </p:nvSpPr>
        <p:spPr>
          <a:xfrm>
            <a:off x="5781525" y="4113025"/>
            <a:ext cx="28923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Fig. 3. Training conditions (Legaulta et al., 2019). </a:t>
            </a:r>
            <a:endParaRPr sz="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00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825" name="Google Shape;825;p100"/>
          <p:cNvSpPr txBox="1"/>
          <p:nvPr/>
        </p:nvSpPr>
        <p:spPr>
          <a:xfrm>
            <a:off x="416225" y="611325"/>
            <a:ext cx="83637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Measures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Behavioral Measures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Accuracy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(word recognition performance)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Reaction time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Delayed retention tests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Learning efficiency (exposure vs performance)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Brain Measures (Structural MRI)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Cortical Thickness (CT)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thickness of the cortex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Gray Matter Volume (GMV)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amount of gray matter in a region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Focus：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Changes from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MRI Session 1 to Session 2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1" name="Google Shape;831;p101"/>
          <p:cNvSpPr txBox="1"/>
          <p:nvPr/>
        </p:nvSpPr>
        <p:spPr>
          <a:xfrm>
            <a:off x="421325" y="911200"/>
            <a:ext cx="37734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Increased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cortical thickness (CT)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in multiple regions: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R-MFG 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FF00"/>
                </a:solidFill>
              </a:rPr>
              <a:t>R-SPL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00"/>
                </a:solidFill>
              </a:rPr>
              <a:t>L-ACC</a:t>
            </a:r>
            <a:r>
              <a:rPr lang="en" sz="1600">
                <a:solidFill>
                  <a:schemeClr val="dk1"/>
                </a:solidFill>
              </a:rPr>
              <a:t>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FFFF"/>
                </a:solidFill>
              </a:rPr>
              <a:t>L-SMG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155CC"/>
                </a:solidFill>
              </a:rPr>
              <a:t>L-STG</a:t>
            </a:r>
            <a:r>
              <a:rPr lang="en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</a:rPr>
              <a:t>Bi-IFG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pic>
        <p:nvPicPr>
          <p:cNvPr id="832" name="Google Shape;832;p101" title="截屏2026-03-30 23.20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8275" y="1593975"/>
            <a:ext cx="2348101" cy="2851265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101"/>
          <p:cNvSpPr txBox="1"/>
          <p:nvPr/>
        </p:nvSpPr>
        <p:spPr>
          <a:xfrm>
            <a:off x="4979050" y="911200"/>
            <a:ext cx="3468000" cy="9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Increased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gray matter volume (GMV)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 putamen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34" name="Google Shape;834;p101" title="截屏2026-03-30 23.36.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9050" y="1593975"/>
            <a:ext cx="3420291" cy="2851276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101"/>
          <p:cNvSpPr txBox="1"/>
          <p:nvPr/>
        </p:nvSpPr>
        <p:spPr>
          <a:xfrm>
            <a:off x="521950" y="398575"/>
            <a:ext cx="6823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Main Findings (Shared Changes)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36" name="Google Shape;836;p101"/>
          <p:cNvSpPr txBox="1"/>
          <p:nvPr/>
        </p:nvSpPr>
        <p:spPr>
          <a:xfrm>
            <a:off x="1428275" y="4445250"/>
            <a:ext cx="28923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Fig. 4. CT increases over time for both training groups (Legaulta et al., 2019). </a:t>
            </a:r>
            <a:endParaRPr sz="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37" name="Google Shape;837;p101"/>
          <p:cNvSpPr txBox="1"/>
          <p:nvPr/>
        </p:nvSpPr>
        <p:spPr>
          <a:xfrm>
            <a:off x="4979050" y="4445250"/>
            <a:ext cx="34680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Fig. 5. GMV increases over time for both training groups (Legaulta et al., 2019). </a:t>
            </a:r>
            <a:endParaRPr sz="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3" name="Google Shape;843;p102"/>
          <p:cNvSpPr txBox="1"/>
          <p:nvPr/>
        </p:nvSpPr>
        <p:spPr>
          <a:xfrm>
            <a:off x="521950" y="398575"/>
            <a:ext cx="6823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Main Findings (Shared Changes)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44" name="Google Shape;844;p102"/>
          <p:cNvSpPr txBox="1"/>
          <p:nvPr/>
        </p:nvSpPr>
        <p:spPr>
          <a:xfrm>
            <a:off x="521950" y="911275"/>
            <a:ext cx="3952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Overall training accuracy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positively correlated with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L-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 thickness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45" name="Google Shape;845;p102"/>
          <p:cNvSpPr txBox="1"/>
          <p:nvPr/>
        </p:nvSpPr>
        <p:spPr>
          <a:xfrm>
            <a:off x="4431025" y="911275"/>
            <a:ext cx="3952500" cy="19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Late-stage learning accuracy (Sessions 4–7) ➡️ positively correlated with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L-IFG thickness</a:t>
            </a:r>
            <a:endParaRPr i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46" name="Google Shape;846;p102"/>
          <p:cNvSpPr txBox="1"/>
          <p:nvPr/>
        </p:nvSpPr>
        <p:spPr>
          <a:xfrm>
            <a:off x="521950" y="1908775"/>
            <a:ext cx="7782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Accuracy  ➡️ positively correlated with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GMV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in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L-IPL</a:t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847" name="Google Shape;847;p102" title="截屏2026-03-31 00.15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1775" y="2302375"/>
            <a:ext cx="5023661" cy="19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102"/>
          <p:cNvSpPr txBox="1"/>
          <p:nvPr/>
        </p:nvSpPr>
        <p:spPr>
          <a:xfrm>
            <a:off x="2121775" y="4306000"/>
            <a:ext cx="50238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Fig. 6.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CT correlates with L2 training accuracy at S2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(Legaulta et al., 2019). </a:t>
            </a:r>
            <a:endParaRPr sz="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4" name="Google Shape;854;p103"/>
          <p:cNvSpPr txBox="1"/>
          <p:nvPr/>
        </p:nvSpPr>
        <p:spPr>
          <a:xfrm>
            <a:off x="521950" y="398575"/>
            <a:ext cx="6823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Comparative Findings 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55" name="Google Shape;855;p103"/>
          <p:cNvSpPr txBox="1"/>
          <p:nvPr/>
        </p:nvSpPr>
        <p:spPr>
          <a:xfrm>
            <a:off x="521950" y="911275"/>
            <a:ext cx="3952500" cy="15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Different neural pathways (RH)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VE group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accuracy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positively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correlated with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R-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IPL thickness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56" name="Google Shape;856;p103"/>
          <p:cNvSpPr txBox="1"/>
          <p:nvPr/>
        </p:nvSpPr>
        <p:spPr>
          <a:xfrm>
            <a:off x="4510525" y="911275"/>
            <a:ext cx="40464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PW group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accuracy negatively correlated with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R-IPL thickness</a:t>
            </a:r>
            <a:endParaRPr i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late-stage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accuracy positively correlated with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R-IFG thickness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857" name="Google Shape;857;p103" title="截屏2026-03-31 00.41.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925" y="2571750"/>
            <a:ext cx="5097476" cy="20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103"/>
          <p:cNvSpPr txBox="1"/>
          <p:nvPr/>
        </p:nvSpPr>
        <p:spPr>
          <a:xfrm>
            <a:off x="1998625" y="4586750"/>
            <a:ext cx="54486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Fig. 7.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CT relationship with L2 accuracy varies by L2 training group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(Legaulta et al., 2019). </a:t>
            </a:r>
            <a:endParaRPr sz="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4" name="Google Shape;864;p104"/>
          <p:cNvSpPr txBox="1"/>
          <p:nvPr/>
        </p:nvSpPr>
        <p:spPr>
          <a:xfrm>
            <a:off x="521950" y="398575"/>
            <a:ext cx="6823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Comparative Findings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65" name="Google Shape;865;p104"/>
          <p:cNvSpPr txBox="1"/>
          <p:nvPr/>
        </p:nvSpPr>
        <p:spPr>
          <a:xfrm>
            <a:off x="521950" y="911275"/>
            <a:ext cx="395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R-ACC thickness after training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PW Group &gt; Control Group</a:t>
            </a:r>
            <a:endParaRPr b="1" sz="2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66" name="Google Shape;866;p104"/>
          <p:cNvSpPr txBox="1"/>
          <p:nvPr/>
        </p:nvSpPr>
        <p:spPr>
          <a:xfrm>
            <a:off x="4510525" y="911275"/>
            <a:ext cx="40464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GMV amounts in R-ACC after training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VE Group &gt; Control Group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867" name="Google Shape;867;p104" title="截屏2026-03-31 13.53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349" y="1690625"/>
            <a:ext cx="3259400" cy="2813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104" title="截屏2026-03-31 13.54.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601" y="1685207"/>
            <a:ext cx="3282819" cy="28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104"/>
          <p:cNvSpPr txBox="1"/>
          <p:nvPr/>
        </p:nvSpPr>
        <p:spPr>
          <a:xfrm>
            <a:off x="726350" y="4499000"/>
            <a:ext cx="39072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Fig. 8.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CT increases for PW group as compared to controls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(Legaulta et al., 2019). </a:t>
            </a:r>
            <a:endParaRPr sz="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0" name="Google Shape;870;p104"/>
          <p:cNvSpPr txBox="1"/>
          <p:nvPr/>
        </p:nvSpPr>
        <p:spPr>
          <a:xfrm>
            <a:off x="4633550" y="4499000"/>
            <a:ext cx="39525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Fig. 9.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GMV increases for VE group as compared to controls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(Legaulta et al., 2019). </a:t>
            </a:r>
            <a:endParaRPr sz="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6" name="Google Shape;876;p105"/>
          <p:cNvSpPr txBox="1"/>
          <p:nvPr/>
        </p:nvSpPr>
        <p:spPr>
          <a:xfrm>
            <a:off x="521950" y="398575"/>
            <a:ext cx="82656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Comparative Findings (Individual-specific)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7" name="Google Shape;877;p105"/>
          <p:cNvSpPr txBox="1"/>
          <p:nvPr/>
        </p:nvSpPr>
        <p:spPr>
          <a:xfrm>
            <a:off x="521950" y="398575"/>
            <a:ext cx="6823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Comparative Findings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8" name="Google Shape;878;p105"/>
          <p:cNvSpPr txBox="1"/>
          <p:nvPr/>
        </p:nvSpPr>
        <p:spPr>
          <a:xfrm>
            <a:off x="521950" y="911275"/>
            <a:ext cx="3952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L1 ability (PPVT)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higher PPVT ➡️ greater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L-ACC change</a:t>
            </a:r>
            <a:endParaRPr b="1" sz="2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9" name="Google Shape;879;p105"/>
          <p:cNvSpPr txBox="1"/>
          <p:nvPr/>
        </p:nvSpPr>
        <p:spPr>
          <a:xfrm>
            <a:off x="4510525" y="911275"/>
            <a:ext cx="4046400" cy="9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Working memory (LNS)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i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(VE only)</a:t>
            </a:r>
            <a:endParaRPr i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WM positively correlated with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R-SMG thickness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880" name="Google Shape;880;p105" title="截屏2026-03-31 14.39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250" y="1899725"/>
            <a:ext cx="3093124" cy="265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1" name="Google Shape;881;p105" title="截屏2026-03-31 14.41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4974" y="1899725"/>
            <a:ext cx="3320959" cy="2651249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105"/>
          <p:cNvSpPr txBox="1"/>
          <p:nvPr/>
        </p:nvSpPr>
        <p:spPr>
          <a:xfrm>
            <a:off x="683250" y="4465575"/>
            <a:ext cx="39072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Fig. 10.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CT correlates with L1 proficiency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(Legaulta et al., 2019). </a:t>
            </a:r>
            <a:endParaRPr sz="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3" name="Google Shape;883;p105"/>
          <p:cNvSpPr txBox="1"/>
          <p:nvPr/>
        </p:nvSpPr>
        <p:spPr>
          <a:xfrm>
            <a:off x="4674975" y="4465575"/>
            <a:ext cx="3907200" cy="12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Fig. 11.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CT relationship with L2 accuracy for PW Group 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(Legaulta et al., 2019). </a:t>
            </a:r>
            <a:endParaRPr sz="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06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889" name="Google Shape;889;p10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0" name="Google Shape;890;p106"/>
          <p:cNvSpPr txBox="1"/>
          <p:nvPr/>
        </p:nvSpPr>
        <p:spPr>
          <a:xfrm>
            <a:off x="487825" y="1063200"/>
            <a:ext cx="80691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1. Learning context shapes neural pathways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PW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explicit control (IFG)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form–meaning association/translation-like processing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VE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embodied integration (IPL/SMG)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multimodal semantic representation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2. Rapid neuroplasticity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Structural changes occur within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weeks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Language control network shows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fast reorganization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1" name="Google Shape;891;p106"/>
          <p:cNvSpPr txBox="1"/>
          <p:nvPr/>
        </p:nvSpPr>
        <p:spPr>
          <a:xfrm>
            <a:off x="487825" y="502950"/>
            <a:ext cx="6823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Interpretation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10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7" name="Google Shape;897;p107"/>
          <p:cNvSpPr txBox="1"/>
          <p:nvPr/>
        </p:nvSpPr>
        <p:spPr>
          <a:xfrm>
            <a:off x="545850" y="1015650"/>
            <a:ext cx="8052300" cy="3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3. Embodied learning advantage (VE)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More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efficient learning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(fewer exposures)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More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robust retention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(delayed test → SMG)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4. Role of cognitive systems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conflict monitoring (L1 vs L2)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Putamen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phonological / articulatory processing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5. Individual differences × context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L1 ability ➡️ better ACC adaptation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Working memory ➡️ only relevant in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VE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8" name="Google Shape;898;p107"/>
          <p:cNvSpPr txBox="1"/>
          <p:nvPr/>
        </p:nvSpPr>
        <p:spPr>
          <a:xfrm>
            <a:off x="487825" y="502950"/>
            <a:ext cx="6823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Interpretation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08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904" name="Google Shape;904;p108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5" name="Google Shape;905;p108"/>
          <p:cNvSpPr txBox="1"/>
          <p:nvPr/>
        </p:nvSpPr>
        <p:spPr>
          <a:xfrm>
            <a:off x="487825" y="502950"/>
            <a:ext cx="6823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Connection to Our Course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06" name="Google Shape;906;p108"/>
          <p:cNvSpPr txBox="1"/>
          <p:nvPr/>
        </p:nvSpPr>
        <p:spPr>
          <a:xfrm>
            <a:off x="487825" y="1015650"/>
            <a:ext cx="8427600" cy="3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1. Shared vs. distinct neural representation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Course: L1 &amp; L2 share a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broad network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but are not identical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Study: PW vs VE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different neural pathways (IFG vs IPL)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2. Assimilation vs. accommodation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Course: 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L2 can reuse L1 network (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assimilation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)/recruit new regions (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accommodation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Study: 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PW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assimilation-like (translation-based) 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VE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accommodation (new multimodal integration)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109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2" name="Google Shape;912;p109"/>
          <p:cNvSpPr txBox="1"/>
          <p:nvPr/>
        </p:nvSpPr>
        <p:spPr>
          <a:xfrm>
            <a:off x="598025" y="1091875"/>
            <a:ext cx="8317500" cy="3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3. Language control network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Course: ACC, IFG, basal ganglia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control &amp; conflict monitoring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Study: ACC, IFG, IPL show structural changes 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linked to learning performance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4. Neural consequences of bilingualism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Course: bilingual experience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structural brain changes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Study: even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short-term learning (~20 days)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induces changes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5. P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roper experimental comparison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Course: brain activity alone is not interpretable without a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baseline/control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(e.g., hippocampus activation example）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Study: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PW vs VE vs No-training Control Group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13" name="Google Shape;913;p109"/>
          <p:cNvSpPr txBox="1"/>
          <p:nvPr/>
        </p:nvSpPr>
        <p:spPr>
          <a:xfrm>
            <a:off x="487825" y="502950"/>
            <a:ext cx="6823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Connection to Our Course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1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9" name="Google Shape;919;p110"/>
          <p:cNvSpPr txBox="1"/>
          <p:nvPr/>
        </p:nvSpPr>
        <p:spPr>
          <a:xfrm>
            <a:off x="487825" y="502950"/>
            <a:ext cx="6823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Critical Evaluation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20" name="Google Shape;920;p110"/>
          <p:cNvSpPr txBox="1"/>
          <p:nvPr/>
        </p:nvSpPr>
        <p:spPr>
          <a:xfrm>
            <a:off x="487825" y="1015650"/>
            <a:ext cx="8686800" cy="43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Strengths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Longitudinal design + control group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→ supports causal interpretation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Combines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behavior + brain measures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→ links structure to performance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Limitations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Short training duration (~20 days)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→ unclear long-term effects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Focus on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vocabulary only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→ limited generalizability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Open Questions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Does VE advantage persist in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real-world learning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?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How do findings extend to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other language skills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?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111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926" name="Google Shape;926;p111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7" name="Google Shape;927;p111"/>
          <p:cNvSpPr txBox="1"/>
          <p:nvPr/>
        </p:nvSpPr>
        <p:spPr>
          <a:xfrm>
            <a:off x="228600" y="1176725"/>
            <a:ext cx="8686800" cy="3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Takeaway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Brain structure can change within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weeks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L2 learning strengthens the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language control network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Learning context determines </a:t>
            </a: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neural pathways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→ PW (IFG) vs VE (IPL)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Implications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Embodied learning (VE)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more efficient &amp; more durable learning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Educational technology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virtual environments can simulate immersion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Individualized learning 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➡️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match methods to cognitive abilities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Final message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</a:pPr>
            <a:r>
              <a:rPr i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Learning environment does not just affect outcomes — it reshapes how the brain learns</a:t>
            </a:r>
            <a:endParaRPr i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28" name="Google Shape;928;p111"/>
          <p:cNvSpPr txBox="1"/>
          <p:nvPr/>
        </p:nvSpPr>
        <p:spPr>
          <a:xfrm>
            <a:off x="487825" y="502950"/>
            <a:ext cx="68232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Takeaway &amp; Implications</a:t>
            </a:r>
            <a:endParaRPr b="1" sz="3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12"/>
          <p:cNvSpPr txBox="1"/>
          <p:nvPr/>
        </p:nvSpPr>
        <p:spPr>
          <a:xfrm>
            <a:off x="396125" y="511250"/>
            <a:ext cx="85194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MCQ 1: Research Design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What is the key advantage of comparing the PW and VE conditions in this study?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i. They allow researchers to test whether different learning contexts recruit different neural mechanisms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ii. They ensure that participants learn different sets of vocabulary words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iii. They isolate the effect of learning context while keeping learning content constant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iv. They eliminate the need for a control group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A)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only i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B)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i and iii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C)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i, ii and iii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D)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ii and iv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E)</a:t>
            </a: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all of the above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13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939" name="Google Shape;939;p113"/>
          <p:cNvSpPr txBox="1"/>
          <p:nvPr/>
        </p:nvSpPr>
        <p:spPr>
          <a:xfrm>
            <a:off x="321375" y="614775"/>
            <a:ext cx="84567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MCQ 2: Results Interpretation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Based on the study’s findings, what are the best interpretation of the difference between PW and VE learning?</a:t>
            </a:r>
            <a:endParaRPr b="1"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i. PW learning relies more on frontal control processes (e.g. IFG)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ii. VE learning engages more multimodal and integrative processing (e.g. IPL)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iii. VE learning leads to universally better performance than PW learning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iv. Learning context influences the neural pathways used during learning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A) i and ii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B) i, ii and iv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C) ii and iii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D) i, iii and iv</a:t>
            </a:r>
            <a:b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E) all of the above</a:t>
            </a:r>
            <a:endParaRPr sz="16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114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945" name="Google Shape;945;p114"/>
          <p:cNvSpPr txBox="1"/>
          <p:nvPr/>
        </p:nvSpPr>
        <p:spPr>
          <a:xfrm>
            <a:off x="839700" y="1443800"/>
            <a:ext cx="7588800" cy="22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THANK YOU</a:t>
            </a:r>
            <a:endParaRPr b="1" sz="100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w Employee Orientation &amp; Training">
  <a:themeElements>
    <a:clrScheme name="Simple Light">
      <a:dk1>
        <a:srgbClr val="000000"/>
      </a:dk1>
      <a:lt1>
        <a:srgbClr val="FBF8F4"/>
      </a:lt1>
      <a:dk2>
        <a:srgbClr val="4B917D"/>
      </a:dk2>
      <a:lt2>
        <a:srgbClr val="DAFEA4"/>
      </a:lt2>
      <a:accent1>
        <a:srgbClr val="A0C7FE"/>
      </a:accent1>
      <a:accent2>
        <a:srgbClr val="E0E0E0"/>
      </a:accent2>
      <a:accent3>
        <a:srgbClr val="BDE6DB"/>
      </a:accent3>
      <a:accent4>
        <a:srgbClr val="F7FDD7"/>
      </a:accent4>
      <a:accent5>
        <a:srgbClr val="FFFFFF"/>
      </a:accent5>
      <a:accent6>
        <a:srgbClr val="3F8BA5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